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49" r:id="rId3"/>
    <p:sldId id="345" r:id="rId4"/>
    <p:sldId id="346" r:id="rId5"/>
    <p:sldId id="347" r:id="rId6"/>
    <p:sldId id="348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E11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4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1F70A4-95E7-4A9F-9115-46FD21E9F6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E0E4F64-DB5B-4739-958C-6F17AF9851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A017D5-A6B5-4FC4-AED2-6FD17CCF2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48093-6D9A-427D-BFC3-B69B849E22A8}" type="datetimeFigureOut">
              <a:rPr lang="zh-CN" altLang="en-US" smtClean="0"/>
              <a:t>2021/3/22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EE2EDC-EE40-46F7-AF44-7C51A11F6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F82484-54CC-4D3A-B6E6-344A3C08F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1CDE7-CDF5-4000-AB1D-890999FBEC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3917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11EFFD-52B2-42AC-8241-725B95069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A5D768-5FF5-43EC-A59D-D35D79DC6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435CC5-277A-4762-979A-1F1D6E64D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48093-6D9A-427D-BFC3-B69B849E22A8}" type="datetimeFigureOut">
              <a:rPr lang="zh-CN" altLang="en-US" smtClean="0"/>
              <a:t>2021/3/22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23A785-5E58-4A59-AEEB-AB4E98461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19C993-A010-4957-8D63-4B0FFC4E8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1CDE7-CDF5-4000-AB1D-890999FBEC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5687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A63F94-6312-4992-BCA9-6E74B16D9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32DA592-242A-476B-A302-671D58286C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8558A4-BA19-4D29-9B06-376954CA7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48093-6D9A-427D-BFC3-B69B849E22A8}" type="datetimeFigureOut">
              <a:rPr lang="zh-CN" altLang="en-US" smtClean="0"/>
              <a:t>2021/3/22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B471A3-6191-44A3-883E-C8D561C1B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8CD562-E4DC-41CA-A6A0-51D9C120D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1CDE7-CDF5-4000-AB1D-890999FBEC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4102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F49030-B605-49FB-BB78-458D649FB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92862E-864F-4421-951D-BFAFE9E7E5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CDEBDDE-78D7-4D57-B73A-09D9579F4A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C5A03E-6421-47B8-A759-8E1079F66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48093-6D9A-427D-BFC3-B69B849E22A8}" type="datetimeFigureOut">
              <a:rPr lang="zh-CN" altLang="en-US" smtClean="0"/>
              <a:t>2021/3/22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2FCFE3A-0B93-4628-B6E8-28F1FB037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8AA338C-C344-4A9F-A975-2EF5CD906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1CDE7-CDF5-4000-AB1D-890999FBEC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962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961939-EB3D-4C5E-9F49-E5DDF8036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EE7F49D-4B96-41EC-8522-705A3E0F2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49334F2-FD75-47ED-9291-BD3EF75E1A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B49944F-31A9-4725-9476-A95F0C768F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E5A815D-4B8F-4530-92D5-B5668F5387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7E9DF59-D851-445F-B57D-DC09EA020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48093-6D9A-427D-BFC3-B69B849E22A8}" type="datetimeFigureOut">
              <a:rPr lang="zh-CN" altLang="en-US" smtClean="0"/>
              <a:t>2021/3/22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DC3F976-5164-4718-B44F-E9EFE09CF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1E6537B-841C-4FA5-99FA-A36CEB7A6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1CDE7-CDF5-4000-AB1D-890999FBEC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917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E0E64E-177B-4770-9326-0BDDC2074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AD5B0E4-3F4A-46C9-BF57-A78FAFDF1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48093-6D9A-427D-BFC3-B69B849E22A8}" type="datetimeFigureOut">
              <a:rPr lang="zh-CN" altLang="en-US" smtClean="0"/>
              <a:t>2021/3/22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404481D-E0C5-4B34-8589-07C53178F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B1FF491-740E-44DB-99EB-FA00BB1A3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1CDE7-CDF5-4000-AB1D-890999FBEC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70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F3B8492-921A-491B-BE6E-9CF2B5AD5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48093-6D9A-427D-BFC3-B69B849E22A8}" type="datetimeFigureOut">
              <a:rPr lang="zh-CN" altLang="en-US" smtClean="0"/>
              <a:t>2021/3/22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6D48845-0FF9-4594-8DDE-0ABB389CA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68FB19-AC11-48BF-87EA-4486E62E1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1CDE7-CDF5-4000-AB1D-890999FBEC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6312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84E7A8-B4CC-4C3C-A7C0-5928E01C5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346C6D-3479-4131-A7B9-EDB182F67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AF3FE85-563A-4CEB-98E0-2D5F2CFF1D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7B020B-90A8-4D39-91FD-10B75F9F8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48093-6D9A-427D-BFC3-B69B849E22A8}" type="datetimeFigureOut">
              <a:rPr lang="zh-CN" altLang="en-US" smtClean="0"/>
              <a:t>2021/3/22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0B4C59-9050-4499-BED1-7E701E49C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DAB9958-C1AC-4824-BD0C-78B2904E5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1CDE7-CDF5-4000-AB1D-890999FBEC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3466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D5E7C4-716D-40CC-8F2A-02AC2B4C6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1C73F57-D83C-446B-BCF9-EFD15C9F56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D73407C-83AB-4FD6-9C08-0E8DEF2E72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D1FC19B-3707-46FE-BBF0-EF8035254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48093-6D9A-427D-BFC3-B69B849E22A8}" type="datetimeFigureOut">
              <a:rPr lang="zh-CN" altLang="en-US" smtClean="0"/>
              <a:t>2021/3/22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A4F6F62-029B-499B-8EE0-BBC342C1D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F722285-C297-421C-8275-6A683167E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1CDE7-CDF5-4000-AB1D-890999FBEC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3637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DA4F45-6B3C-4ED9-A6CD-81CE15819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9A89A13-6F05-41BB-8715-B156A7C76A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AF0FF1-56CF-4AF5-83A6-9CF3D7030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48093-6D9A-427D-BFC3-B69B849E22A8}" type="datetimeFigureOut">
              <a:rPr lang="zh-CN" altLang="en-US" smtClean="0"/>
              <a:t>2021/3/22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7924C5-A6CF-4C4B-B6F6-85CC4E83B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4B6C8F-0052-4705-8534-6AE89F66A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1CDE7-CDF5-4000-AB1D-890999FBEC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3196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07DCC6C-5F9F-4212-9271-C8425774BB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BE35DA2-00E0-490A-AE7B-52D434E76B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8B9997-3674-4DF5-8A4C-FB47E86A9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48093-6D9A-427D-BFC3-B69B849E22A8}" type="datetimeFigureOut">
              <a:rPr lang="zh-CN" altLang="en-US" smtClean="0"/>
              <a:t>2021/3/22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15702E-4530-4043-A93E-62628E7F2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D9A044-C5A8-4288-9C8F-4CEAA712E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1CDE7-CDF5-4000-AB1D-890999FBEC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9596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pter 1.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167E6FD1-1BAF-4D06-862F-B9B72EC0F7B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72263" y="800099"/>
            <a:ext cx="4752975" cy="5257801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r>
              <a:rPr lang="fr-FR" dirty="0"/>
              <a:t>	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3326262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9E32D9F-8BD7-4DBB-AA13-D96A1A139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4A3999-B40B-4741-B84A-1C4558A56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356FD3-804D-4263-97C9-FAB47AD9AA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D48093-6D9A-427D-BFC3-B69B849E22A8}" type="datetimeFigureOut">
              <a:rPr lang="zh-CN" altLang="en-US" smtClean="0"/>
              <a:t>2021/3/22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4AB9E3-387A-481E-87BC-F46C2DC9EC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EFD37E-635F-435F-AC5E-3BF96C5056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C1CDE7-CDF5-4000-AB1D-890999FBEC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9655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3000"/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A11BDF0B-6C98-4AAD-925E-B322CDE462ED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6382" y="787121"/>
            <a:ext cx="6639942" cy="5300888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24CCCE66-CAD3-4420-B02A-4FF3ED74DC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55059"/>
            <a:ext cx="9144000" cy="802622"/>
          </a:xfrm>
        </p:spPr>
        <p:txBody>
          <a:bodyPr>
            <a:normAutofit/>
          </a:bodyPr>
          <a:lstStyle/>
          <a:p>
            <a:r>
              <a:rPr lang="zh-CN" altLang="en-US" sz="4800" b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中美会谈的内容与意义分析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92471FB-ED45-4EAE-97F8-3E1AAF78F0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836910"/>
            <a:ext cx="9144000" cy="467938"/>
          </a:xfrm>
        </p:spPr>
        <p:txBody>
          <a:bodyPr>
            <a:normAutofit/>
          </a:bodyPr>
          <a:lstStyle/>
          <a:p>
            <a:r>
              <a:rPr lang="zh-CN" altLang="en-US" sz="2000" b="1">
                <a:latin typeface="华文仿宋" panose="02010600040101010101" pitchFamily="2" charset="-122"/>
                <a:ea typeface="华文仿宋" panose="02010600040101010101" pitchFamily="2" charset="-122"/>
              </a:rPr>
              <a:t>汇报人：韦思成</a:t>
            </a:r>
          </a:p>
        </p:txBody>
      </p:sp>
    </p:spTree>
    <p:extLst>
      <p:ext uri="{BB962C8B-B14F-4D97-AF65-F5344CB8AC3E}">
        <p14:creationId xmlns:p14="http://schemas.microsoft.com/office/powerpoint/2010/main" val="12054832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892C-CD41-4DC3-8D3F-A076445FE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634A05-4C84-4D43-BB37-761C182F80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0415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16F8FF5-D206-4BC1-97C5-118E812768F0}"/>
              </a:ext>
            </a:extLst>
          </p:cNvPr>
          <p:cNvSpPr/>
          <p:nvPr/>
        </p:nvSpPr>
        <p:spPr>
          <a:xfrm>
            <a:off x="0" y="274322"/>
            <a:ext cx="10141527" cy="6309356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AB6577-AFB7-4260-AAEF-8D384D8CF9F4}"/>
              </a:ext>
            </a:extLst>
          </p:cNvPr>
          <p:cNvSpPr txBox="1"/>
          <p:nvPr/>
        </p:nvSpPr>
        <p:spPr>
          <a:xfrm>
            <a:off x="1343026" y="2611852"/>
            <a:ext cx="5139055" cy="126803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5400">
                <a:solidFill>
                  <a:srgbClr val="CE11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Why?</a:t>
            </a:r>
          </a:p>
          <a:p>
            <a:pPr lvl="0">
              <a:lnSpc>
                <a:spcPct val="90000"/>
              </a:lnSpc>
              <a:defRPr/>
            </a:pPr>
            <a:r>
              <a:rPr lang="zh-CN" altLang="en-US" sz="320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中美会谈的时代背景</a:t>
            </a:r>
            <a:r>
              <a:rPr lang="fr-FR" sz="320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endParaRPr kumimoji="0" lang="fr-FR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B8C1CF-BE41-4ED9-88F3-69C14BACD512}"/>
              </a:ext>
            </a:extLst>
          </p:cNvPr>
          <p:cNvSpPr txBox="1"/>
          <p:nvPr/>
        </p:nvSpPr>
        <p:spPr>
          <a:xfrm>
            <a:off x="1343026" y="1809382"/>
            <a:ext cx="631248" cy="55399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01</a:t>
            </a:r>
          </a:p>
        </p:txBody>
      </p:sp>
      <p:sp>
        <p:nvSpPr>
          <p:cNvPr id="7" name="图片占位符 6">
            <a:extLst>
              <a:ext uri="{FF2B5EF4-FFF2-40B4-BE49-F238E27FC236}">
                <a16:creationId xmlns:a16="http://schemas.microsoft.com/office/drawing/2014/main" id="{C6E0D0BB-5E1B-42D1-9E80-1DB9653F81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2613799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16F8FF5-D206-4BC1-97C5-118E812768F0}"/>
              </a:ext>
            </a:extLst>
          </p:cNvPr>
          <p:cNvSpPr/>
          <p:nvPr/>
        </p:nvSpPr>
        <p:spPr>
          <a:xfrm>
            <a:off x="0" y="274322"/>
            <a:ext cx="10141527" cy="6309356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AB6577-AFB7-4260-AAEF-8D384D8CF9F4}"/>
              </a:ext>
            </a:extLst>
          </p:cNvPr>
          <p:cNvSpPr txBox="1"/>
          <p:nvPr/>
        </p:nvSpPr>
        <p:spPr>
          <a:xfrm>
            <a:off x="1343026" y="2611852"/>
            <a:ext cx="5139055" cy="126803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5400">
                <a:solidFill>
                  <a:srgbClr val="CE11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What?</a:t>
            </a:r>
          </a:p>
          <a:p>
            <a:pPr lvl="0">
              <a:lnSpc>
                <a:spcPct val="90000"/>
              </a:lnSpc>
              <a:defRPr/>
            </a:pPr>
            <a:r>
              <a:rPr lang="zh-CN" altLang="en-US" sz="320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中美会谈的内容</a:t>
            </a:r>
            <a:endParaRPr kumimoji="0" lang="fr-FR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B8C1CF-BE41-4ED9-88F3-69C14BACD512}"/>
              </a:ext>
            </a:extLst>
          </p:cNvPr>
          <p:cNvSpPr txBox="1"/>
          <p:nvPr/>
        </p:nvSpPr>
        <p:spPr>
          <a:xfrm>
            <a:off x="1343026" y="1809382"/>
            <a:ext cx="631248" cy="55399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02</a:t>
            </a:r>
            <a:endParaRPr kumimoji="0" lang="fr-FR" sz="4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7" name="图片占位符 6">
            <a:extLst>
              <a:ext uri="{FF2B5EF4-FFF2-40B4-BE49-F238E27FC236}">
                <a16:creationId xmlns:a16="http://schemas.microsoft.com/office/drawing/2014/main" id="{C6E0D0BB-5E1B-42D1-9E80-1DB9653F81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1853252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16F8FF5-D206-4BC1-97C5-118E812768F0}"/>
              </a:ext>
            </a:extLst>
          </p:cNvPr>
          <p:cNvSpPr/>
          <p:nvPr/>
        </p:nvSpPr>
        <p:spPr>
          <a:xfrm>
            <a:off x="0" y="274322"/>
            <a:ext cx="10141527" cy="6309356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AB6577-AFB7-4260-AAEF-8D384D8CF9F4}"/>
              </a:ext>
            </a:extLst>
          </p:cNvPr>
          <p:cNvSpPr txBox="1"/>
          <p:nvPr/>
        </p:nvSpPr>
        <p:spPr>
          <a:xfrm>
            <a:off x="1343026" y="2611852"/>
            <a:ext cx="5139055" cy="126803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5400">
                <a:solidFill>
                  <a:srgbClr val="CE11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H</a:t>
            </a:r>
            <a:r>
              <a:rPr lang="en-US" altLang="zh-CN" sz="5400">
                <a:solidFill>
                  <a:srgbClr val="CE11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ow</a:t>
            </a:r>
            <a:r>
              <a:rPr lang="en-US" sz="5400">
                <a:solidFill>
                  <a:srgbClr val="CE11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?</a:t>
            </a:r>
          </a:p>
          <a:p>
            <a:pPr lvl="0">
              <a:lnSpc>
                <a:spcPct val="90000"/>
              </a:lnSpc>
              <a:defRPr/>
            </a:pPr>
            <a:r>
              <a:rPr lang="zh-CN" altLang="en-US" sz="320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中美会谈的启示</a:t>
            </a:r>
            <a:endParaRPr kumimoji="0" lang="fr-FR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B8C1CF-BE41-4ED9-88F3-69C14BACD512}"/>
              </a:ext>
            </a:extLst>
          </p:cNvPr>
          <p:cNvSpPr txBox="1"/>
          <p:nvPr/>
        </p:nvSpPr>
        <p:spPr>
          <a:xfrm>
            <a:off x="1343026" y="1809382"/>
            <a:ext cx="631248" cy="55399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03</a:t>
            </a:r>
            <a:endParaRPr kumimoji="0" lang="fr-FR" sz="4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7" name="图片占位符 6">
            <a:extLst>
              <a:ext uri="{FF2B5EF4-FFF2-40B4-BE49-F238E27FC236}">
                <a16:creationId xmlns:a16="http://schemas.microsoft.com/office/drawing/2014/main" id="{C6E0D0BB-5E1B-42D1-9E80-1DB9653F81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1816869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3047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35</Words>
  <Application>Microsoft Office PowerPoint</Application>
  <PresentationFormat>宽屏</PresentationFormat>
  <Paragraphs>11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等线</vt:lpstr>
      <vt:lpstr>等线 Light</vt:lpstr>
      <vt:lpstr>华文仿宋</vt:lpstr>
      <vt:lpstr>Arial</vt:lpstr>
      <vt:lpstr>Segoe UI</vt:lpstr>
      <vt:lpstr>Segoe UI Semibold</vt:lpstr>
      <vt:lpstr>Office 主题​​</vt:lpstr>
      <vt:lpstr>中美会谈的内容与意义分析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中美对话</dc:title>
  <dc:creator>韦 思成</dc:creator>
  <cp:lastModifiedBy>韦 思成</cp:lastModifiedBy>
  <cp:revision>15</cp:revision>
  <dcterms:created xsi:type="dcterms:W3CDTF">2021-03-22T07:38:37Z</dcterms:created>
  <dcterms:modified xsi:type="dcterms:W3CDTF">2021-03-22T15:59:02Z</dcterms:modified>
</cp:coreProperties>
</file>